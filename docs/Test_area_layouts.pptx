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8" r:id="rId5"/>
    <p:sldId id="257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90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17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9A626-4242-D0CA-4F25-7823EBD50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1C4297-531B-C358-DC4A-E83DA8B00E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63EA0-FDBD-D8BD-9F2E-0AE798531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B61C8-1D28-4252-9D25-8B59A0CBE75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CBF33-1982-6238-D9BB-2848F4FF8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97D18-EA11-9AD7-D11C-39F1BED40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5106E-B748-42DF-A673-219DCF2690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145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AB39D-39A1-AD91-9C08-EE1AE3A7F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D92E8-F398-29A0-BDCC-36C56CFE3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B9D0B-26D7-9199-5DAB-2F7221975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B61C8-1D28-4252-9D25-8B59A0CBE75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A2412-367E-1045-9513-A44968F5B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43A28-7099-1BF3-834F-54A84DC0D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5106E-B748-42DF-A673-219DCF2690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7960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DE640-74A9-CA78-4097-BC31C5E89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B8FF0-23A4-AA62-CE09-57C4D0F56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A975A-DCD0-9940-B67D-85C76D6CA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B61C8-1D28-4252-9D25-8B59A0CBE75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4E84C-4638-B9A8-5B78-8F90EC860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FED52-DF41-1AD5-2B00-F5E2FE812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5106E-B748-42DF-A673-219DCF2690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546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D619D-4DC6-67AA-86EB-61C65BA56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DAF6A-7263-1E19-2895-34A87A3B85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C4651-691A-3018-77A8-5F1C7EFCE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E01F22-9D90-320D-CF96-5AB7CA48C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B61C8-1D28-4252-9D25-8B59A0CBE75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AC6A2-D0CB-A298-4ADA-999D476A9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C7F76-6603-C960-08CD-AC0FC987A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5106E-B748-42DF-A673-219DCF2690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4063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9B2A9-68D5-86DF-AC96-4DDACC470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4AF78-2322-C940-B47E-86AC90EA0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4D88A-CD24-D23E-A8C9-B47E97F04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BBF69E-7C6A-0258-6A7F-36E5CD3F54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FFEED4-6B7F-90D3-CC93-1751874E3F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69206D-F18A-C009-8E4B-83EFAF6F1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B61C8-1D28-4252-9D25-8B59A0CBE75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10703B-5269-5BAC-8524-3706D7635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1E4BBC-30E0-8282-7A2E-3E2FE6B9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5106E-B748-42DF-A673-219DCF2690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0289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135E0-0EB2-95E4-DEBB-F9555ABE2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1C71A8-5536-B109-6984-491F89F9D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B61C8-1D28-4252-9D25-8B59A0CBE75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7596DD-720B-3D19-E152-4973E3F30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23BEF3-EB89-F23C-F99A-F208D2B87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5106E-B748-42DF-A673-219DCF2690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5397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24BE62-CFFD-A2EA-4432-859645EE0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B61C8-1D28-4252-9D25-8B59A0CBE75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EE052E-5C08-C243-EC37-7CCB77A4A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EE17A-1FD7-4252-FDAE-6386EB7A2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5106E-B748-42DF-A673-219DCF2690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786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D3E51-D195-C712-8D24-17E6865E1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6218B-22DA-B19D-0EBA-8888EF50F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9A9F9-C282-8DF2-A319-4EA0B940D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7E5F2-E5E9-BAC7-7F07-68E76FF12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B61C8-1D28-4252-9D25-8B59A0CBE75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C5DE5A-EDD0-444B-F133-C3FDC8A7F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DDAA08-B5DD-F10B-D92F-FA86F38D8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5106E-B748-42DF-A673-219DCF2690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726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F6EC1-91DB-0634-98AF-FEFC1A3B6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9A5877-CECB-E2FF-F71D-0312131728B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F619C4-97F4-7BD0-3609-6B39D17E8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D9437-62F9-1A05-F37A-605B6CFA4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B61C8-1D28-4252-9D25-8B59A0CBE75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B6D0A9-F3EF-432F-AAE4-ECD0CD7A0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D4AB5-2F9A-8F14-6E5E-0FA7842C3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5106E-B748-42DF-A673-219DCF2690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1665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B8FA3-60EB-9BE5-90E0-28192AEF2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E14C9-B4F0-EE03-B118-CEED27950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49845-EFC3-7583-2095-3AA31E4AE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B61C8-1D28-4252-9D25-8B59A0CBE75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7230F-CB94-809E-051E-91ECB79B9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6C351-7924-ECC1-9619-B9BE6CDBF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5106E-B748-42DF-A673-219DCF2690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0794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30D7C4-ABBE-6BE0-11B3-1178EF2D4C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E06C75-4759-E147-C7C2-B0DB367DF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B9EF7-36D3-9EF3-4C6C-A8BF1DF9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B61C8-1D28-4252-9D25-8B59A0CBE75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95E4D-15A6-B20F-81E8-2F0FE307B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0B807-9A83-4B6F-2F3A-926134C10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5106E-B748-42DF-A673-219DCF2690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5230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AADA27-40CC-D81D-7164-5D217C720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440F4-6434-D9A4-9A0E-682A7F4F8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EF894-4940-6486-3331-07B4636DEB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1B61C8-1D28-4252-9D25-8B59A0CBE75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A9C74-CB64-C9BD-3E9C-1DE98D768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3A002-8301-A653-CD8A-95501364D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85106E-B748-42DF-A673-219DCF2690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1113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553E4-E1CB-A72F-6F49-5900937E8F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Microcontroller Programming	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59986-D797-E82C-60F4-6B2764EC73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Test area all possible layouts</a:t>
            </a:r>
          </a:p>
        </p:txBody>
      </p:sp>
    </p:spTree>
    <p:extLst>
      <p:ext uri="{BB962C8B-B14F-4D97-AF65-F5344CB8AC3E}">
        <p14:creationId xmlns:p14="http://schemas.microsoft.com/office/powerpoint/2010/main" val="3791874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794792-B0D0-4BA5-D4E5-4AE698F3A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0"/>
            <a:ext cx="9144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E78FB6-C8D5-7649-E4F4-B67CB8ACC5AC}"/>
              </a:ext>
            </a:extLst>
          </p:cNvPr>
          <p:cNvSpPr txBox="1"/>
          <p:nvPr/>
        </p:nvSpPr>
        <p:spPr>
          <a:xfrm>
            <a:off x="254000" y="469900"/>
            <a:ext cx="23241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Layout A</a:t>
            </a:r>
          </a:p>
          <a:p>
            <a:endParaRPr lang="en-AU" sz="4000" dirty="0"/>
          </a:p>
          <a:p>
            <a:r>
              <a:rPr lang="en-AU" sz="1600" dirty="0"/>
              <a:t>Bollard D in D1 position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D8856D-EC98-41A7-BC9C-73A8006C625E}"/>
              </a:ext>
            </a:extLst>
          </p:cNvPr>
          <p:cNvSpPr txBox="1"/>
          <p:nvPr/>
        </p:nvSpPr>
        <p:spPr>
          <a:xfrm>
            <a:off x="4724400" y="35179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Bollard A1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6E9BEB-5728-0EB5-3437-9329544BE82F}"/>
              </a:ext>
            </a:extLst>
          </p:cNvPr>
          <p:cNvSpPr txBox="1"/>
          <p:nvPr/>
        </p:nvSpPr>
        <p:spPr>
          <a:xfrm>
            <a:off x="7620000" y="19812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Bollard A2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ECA4EB-DF9C-6851-3864-E01D729BA4E8}"/>
              </a:ext>
            </a:extLst>
          </p:cNvPr>
          <p:cNvSpPr txBox="1"/>
          <p:nvPr/>
        </p:nvSpPr>
        <p:spPr>
          <a:xfrm>
            <a:off x="6502400" y="27178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Bollard D1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9264C9-1F47-F993-ADDC-8C0537FEB6EC}"/>
              </a:ext>
            </a:extLst>
          </p:cNvPr>
          <p:cNvSpPr txBox="1"/>
          <p:nvPr/>
        </p:nvSpPr>
        <p:spPr>
          <a:xfrm>
            <a:off x="4108450" y="5804932"/>
            <a:ext cx="260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Starting point – Random orientation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D4E5332-D8AE-1597-EB16-83CACC7EC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" y="2165866"/>
            <a:ext cx="3839284" cy="240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364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B6E339-2230-0667-D001-B36EF48FE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0"/>
            <a:ext cx="9144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3F0336-18CA-E011-D70B-81797A76FF59}"/>
              </a:ext>
            </a:extLst>
          </p:cNvPr>
          <p:cNvSpPr txBox="1"/>
          <p:nvPr/>
        </p:nvSpPr>
        <p:spPr>
          <a:xfrm>
            <a:off x="254000" y="469900"/>
            <a:ext cx="23241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Layout A</a:t>
            </a:r>
          </a:p>
          <a:p>
            <a:endParaRPr lang="en-AU" sz="40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Bollard D in D2 position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9F7D5D-6B5C-9D47-6D86-614F935206BF}"/>
              </a:ext>
            </a:extLst>
          </p:cNvPr>
          <p:cNvSpPr txBox="1"/>
          <p:nvPr/>
        </p:nvSpPr>
        <p:spPr>
          <a:xfrm>
            <a:off x="6248400" y="37211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Bollard D2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CCB0A7-D783-CAB6-7DB8-9614BCFEE0B1}"/>
              </a:ext>
            </a:extLst>
          </p:cNvPr>
          <p:cNvSpPr txBox="1"/>
          <p:nvPr/>
        </p:nvSpPr>
        <p:spPr>
          <a:xfrm>
            <a:off x="4800600" y="37211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Bollard A1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4865F8-EC9F-4F8D-E294-4995766DE960}"/>
              </a:ext>
            </a:extLst>
          </p:cNvPr>
          <p:cNvSpPr txBox="1"/>
          <p:nvPr/>
        </p:nvSpPr>
        <p:spPr>
          <a:xfrm>
            <a:off x="7734300" y="23749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Bollard A2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61D40F-BAB8-8098-4191-C1CFE4DC3F0B}"/>
              </a:ext>
            </a:extLst>
          </p:cNvPr>
          <p:cNvSpPr txBox="1"/>
          <p:nvPr/>
        </p:nvSpPr>
        <p:spPr>
          <a:xfrm>
            <a:off x="4184650" y="5906532"/>
            <a:ext cx="260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Starting point – Random orientation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A32977C-87F9-F381-AC1E-963C52A5A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" y="2165866"/>
            <a:ext cx="3839284" cy="240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474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248CAF-8475-426D-8192-61AEAE66EA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0"/>
            <a:ext cx="9144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C00AC8-A32F-74F1-AA0D-9583C1C18627}"/>
              </a:ext>
            </a:extLst>
          </p:cNvPr>
          <p:cNvSpPr txBox="1"/>
          <p:nvPr/>
        </p:nvSpPr>
        <p:spPr>
          <a:xfrm>
            <a:off x="254000" y="469900"/>
            <a:ext cx="23241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Layout B</a:t>
            </a:r>
          </a:p>
          <a:p>
            <a:endParaRPr lang="en-AU" sz="40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Bollard D in D1 position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4894B4-5A4F-F604-B1ED-85C5DE68D6D0}"/>
              </a:ext>
            </a:extLst>
          </p:cNvPr>
          <p:cNvSpPr txBox="1"/>
          <p:nvPr/>
        </p:nvSpPr>
        <p:spPr>
          <a:xfrm>
            <a:off x="7162800" y="49911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Bollard B1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8708F0-1C21-C6FD-9E3F-8B8EB1A99F5A}"/>
              </a:ext>
            </a:extLst>
          </p:cNvPr>
          <p:cNvSpPr txBox="1"/>
          <p:nvPr/>
        </p:nvSpPr>
        <p:spPr>
          <a:xfrm>
            <a:off x="8534400" y="37465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Bollard B2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4B5945-8B07-2821-EBB9-31704B8B20C2}"/>
              </a:ext>
            </a:extLst>
          </p:cNvPr>
          <p:cNvSpPr txBox="1"/>
          <p:nvPr/>
        </p:nvSpPr>
        <p:spPr>
          <a:xfrm>
            <a:off x="6286500" y="3244334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Bollard D1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BAA8F1-2FBA-05E1-EA6E-D93C1E47ED18}"/>
              </a:ext>
            </a:extLst>
          </p:cNvPr>
          <p:cNvSpPr txBox="1"/>
          <p:nvPr/>
        </p:nvSpPr>
        <p:spPr>
          <a:xfrm>
            <a:off x="4159250" y="6097032"/>
            <a:ext cx="260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Starting point – Random orientation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7F667AD-CAFA-674B-53C6-9B397567F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" y="2165866"/>
            <a:ext cx="3839284" cy="240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22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D704C5-56DE-ACBA-67A1-CD2886A810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200" y="0"/>
            <a:ext cx="9144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501CA3-37C1-D0DC-1324-05FB1135FADD}"/>
              </a:ext>
            </a:extLst>
          </p:cNvPr>
          <p:cNvSpPr txBox="1"/>
          <p:nvPr/>
        </p:nvSpPr>
        <p:spPr>
          <a:xfrm>
            <a:off x="254000" y="469900"/>
            <a:ext cx="23241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Layout B</a:t>
            </a:r>
          </a:p>
          <a:p>
            <a:endParaRPr lang="en-AU" sz="40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Bollard D in D2 position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403111-C1B0-5130-0B41-7046B890D75B}"/>
              </a:ext>
            </a:extLst>
          </p:cNvPr>
          <p:cNvSpPr txBox="1"/>
          <p:nvPr/>
        </p:nvSpPr>
        <p:spPr>
          <a:xfrm>
            <a:off x="7162800" y="49911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Bollard B1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071DAD-4366-81B5-04F2-1090607837DF}"/>
              </a:ext>
            </a:extLst>
          </p:cNvPr>
          <p:cNvSpPr txBox="1"/>
          <p:nvPr/>
        </p:nvSpPr>
        <p:spPr>
          <a:xfrm>
            <a:off x="8369300" y="36449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Bollard B2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79D7D3-7470-7557-251F-F492CD4B6063}"/>
              </a:ext>
            </a:extLst>
          </p:cNvPr>
          <p:cNvSpPr txBox="1"/>
          <p:nvPr/>
        </p:nvSpPr>
        <p:spPr>
          <a:xfrm>
            <a:off x="6286500" y="3244334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Bollard D2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32F6A0-206B-4CC9-4FEA-F33B2B7CE762}"/>
              </a:ext>
            </a:extLst>
          </p:cNvPr>
          <p:cNvSpPr txBox="1"/>
          <p:nvPr/>
        </p:nvSpPr>
        <p:spPr>
          <a:xfrm>
            <a:off x="4184650" y="5868432"/>
            <a:ext cx="260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Starting point – Random orientation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8861B27-B1B2-8964-723C-2CE65B158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" y="2165866"/>
            <a:ext cx="3839284" cy="240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653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4448DB-755F-D317-2DB8-21D629E0B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3200" y="1003300"/>
            <a:ext cx="6858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46EE23-1D32-4797-842F-DE8EDF290209}"/>
              </a:ext>
            </a:extLst>
          </p:cNvPr>
          <p:cNvSpPr txBox="1"/>
          <p:nvPr/>
        </p:nvSpPr>
        <p:spPr>
          <a:xfrm>
            <a:off x="215900" y="2349500"/>
            <a:ext cx="3924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Random bollards to help with orientation – To be placed by students near the starting location.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4093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5809321-A41B-725F-AE40-0477CF6E4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1" y="0"/>
            <a:ext cx="4572000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EF1D63-BFB0-8884-16F7-A4B97A12CD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1" y="3428998"/>
            <a:ext cx="4571999" cy="3429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596CF9-0C9E-875F-3BE6-CBBC5485EE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1" y="3428999"/>
            <a:ext cx="4572001" cy="34290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A2C9FA-1265-1CEB-D171-02947D29A7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1" y="0"/>
            <a:ext cx="4571999" cy="34289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A14F814-EA07-5207-2023-8833858FCA45}"/>
              </a:ext>
            </a:extLst>
          </p:cNvPr>
          <p:cNvSpPr txBox="1"/>
          <p:nvPr/>
        </p:nvSpPr>
        <p:spPr>
          <a:xfrm>
            <a:off x="144585" y="879875"/>
            <a:ext cx="27637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prstClr val="black"/>
                </a:solidFill>
                <a:latin typeface="Aptos" panose="02110004020202020204"/>
              </a:rPr>
              <a:t>Alignment to the deposit</a:t>
            </a:r>
            <a:endParaRPr kumimoji="0" lang="en-AU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9B983249-6546-B4E9-506C-880FF73A9647}"/>
              </a:ext>
            </a:extLst>
          </p:cNvPr>
          <p:cNvSpPr/>
          <p:nvPr/>
        </p:nvSpPr>
        <p:spPr>
          <a:xfrm rot="18986993">
            <a:off x="6626714" y="3569163"/>
            <a:ext cx="619858" cy="610136"/>
          </a:xfrm>
          <a:prstGeom prst="plus">
            <a:avLst>
              <a:gd name="adj" fmla="val 3957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5995375F-035B-EE8F-A0D2-4344DDF73A12}"/>
              </a:ext>
            </a:extLst>
          </p:cNvPr>
          <p:cNvSpPr/>
          <p:nvPr/>
        </p:nvSpPr>
        <p:spPr>
          <a:xfrm rot="18986993">
            <a:off x="6581042" y="140164"/>
            <a:ext cx="619858" cy="610136"/>
          </a:xfrm>
          <a:prstGeom prst="plus">
            <a:avLst>
              <a:gd name="adj" fmla="val 3957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028A65C2-8E2F-F687-E136-6DA4F98E2184}"/>
              </a:ext>
            </a:extLst>
          </p:cNvPr>
          <p:cNvSpPr/>
          <p:nvPr/>
        </p:nvSpPr>
        <p:spPr>
          <a:xfrm rot="18986993">
            <a:off x="11153040" y="140165"/>
            <a:ext cx="619858" cy="610136"/>
          </a:xfrm>
          <a:prstGeom prst="plus">
            <a:avLst>
              <a:gd name="adj" fmla="val 3957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519CE81-138F-2E6C-EA86-E2F300321671}"/>
              </a:ext>
            </a:extLst>
          </p:cNvPr>
          <p:cNvSpPr/>
          <p:nvPr/>
        </p:nvSpPr>
        <p:spPr>
          <a:xfrm>
            <a:off x="11216540" y="3632931"/>
            <a:ext cx="492858" cy="4826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7932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102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Microcontroller Programming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Truong Thu Ngo</dc:creator>
  <cp:lastModifiedBy>Nguyen Truong Thu Ngo</cp:lastModifiedBy>
  <cp:revision>2</cp:revision>
  <dcterms:created xsi:type="dcterms:W3CDTF">2026-10-12T02:31:28Z</dcterms:created>
  <dcterms:modified xsi:type="dcterms:W3CDTF">2026-10-12T02:47:47Z</dcterms:modified>
</cp:coreProperties>
</file>